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_rels/.rels" ContentType="application/vnd.openxmlformats-package.relationships+xml"/>
  <Override PartName="/ppt/_rels/presentation.xml.rels" ContentType="application/vnd.openxmlformats-package.relationships+xml"/>
  <Override PartName="/ppt/notesSlides/_rels/notesSlide1.xml.rels" ContentType="application/vnd.openxmlformats-package.relationships+xml"/>
  <Override PartName="/ppt/slideLayouts/slideLayout1.xml" ContentType="application/vnd.openxmlformats-officedocument.presentationml.slideLayout+xml"/>
  <Override PartName="/ppt/slideMasters/_rels/slideMaster1.xml.rels" ContentType="application/vnd.openxmlformats-package.relationships+xml"/>
  <Override PartName="/ppt/notesMasters/_rels/notesMaster1.xml.rels" ContentType="application/vnd.openxmlformats-package.relationships+xml"/>
  <Override PartName="/ppt/slideLayouts/_rels/slideLayout1.xml.rels" ContentType="application/vnd.openxmlformats-package.relationships+xml"/>
  <Override PartName="/ppt/slideMasters/slideMaster1.xml" ContentType="application/vnd.openxmlformats-officedocument.presentationml.slideMaster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  <Relationship Id="rId3" Type="http://schemas.openxmlformats.org/officeDocument/2006/relationships/notesMaster" Target="notesMasters/notesMaster1.xml"/>
</Relationships>
</file>

<file path=ppt/notesMasters/_rels/notesMaster1.xml.rels><?xml version="1.0" encoding="UTF-8" standalone="yes"?>
<Relationships xmlns="http://schemas.openxmlformats.org/package/2006/relationships">
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</p:spTree>
  </p:cSld>
  <p:txStyles>
    <p:bodyStyle/>
    <p:otherStyle/>
  </p:txStyles>
</p:notesMaster>
</file>

<file path=ppt/notesSlides/_rels/notesSlide1.xml.rels><?xml version="1.0" encoding="UTF-8" standalone="yes"?>
<Relationships xmlns="http://schemas.openxmlformats.org/package/2006/relationships">
  <Relationship Id="rId1" Type="http://schemas.openxmlformats.org/officeDocument/2006/relationships/notesMaster" Target="../notesMasters/notesMaster1.xml"/>
  <Relationship Id="rId2" Type="http://schemas.openxmlformats.org/officeDocument/2006/relationships/slide" Target="../slides/slide1.xml"/>
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Speaker notes here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notesSlide" Target="../notesSlides/notesSlide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Main content</a:t>
            </a:r>
          </a:p>
        </p:txBody>
      </p:sp>
    </p:spTree>
  </p:cSld>
  <p:clrMapOvr>
    <a:masterClrMapping/>
  </p:clrMapOvr>
</p:sld>
</file>