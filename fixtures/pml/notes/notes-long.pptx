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slides/_rels/slide1.xml.rels" ContentType="application/vnd.openxmlformats-package.relationships+xml"/>
  <Override PartName="/_rels/.rels" ContentType="application/vnd.openxmlformats-package.relationshi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slideLayouts/_rels/slideLayout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  <Relationship Id="rId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txStyles>
    <p:bodyStyle/>
    <p:otherStyle/>
  </p:txStyles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first sentence of the speaker notes. It continues with more detail here. And ends with a third sentence for good measure.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Main content</a:t>
            </a:r>
          </a:p>
        </p:txBody>
      </p:sp>
    </p:spTree>
  </p:cSld>
  <p:clrMapOvr>
    <a:masterClrMapping/>
  </p:clrMapOvr>
</p:sld>
</file>