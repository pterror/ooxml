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_rels/slide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_rels/slide1.xml.rels" ContentType="application/vnd.openxmlformats-package.relationships+xml"/>
  <Override PartName="/ppt/slideMasters/_rels/slideMaster1.xml.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_rels/.rels" ContentType="application/vnd.openxmlformats-package.relationships+xml"/>
  <Override PartName="/ppt/slides/_rels/slide2.xml.rels" ContentType="application/vnd.openxmlformats-package.relationships+xml"/>
  <Override PartName="/ppt/_rels/presentation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4"/>
  </p:sldMasterIdLst>
  <p:sldIdLst>
    <p:sldId id="256" r:id="rId1"/>
    <p:sldId id="257" r:id="rId2"/>
    <p:sldId id="258" r:id="rId3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Second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Third</a:t>
            </a:r>
          </a:p>
        </p:txBody>
      </p:sp>
    </p:spTree>
  </p:cSld>
  <p:clrMapOvr>
    <a:masterClrMapping/>
  </p:clrMapOvr>
</p:sld>
</file>