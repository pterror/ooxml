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_rels/.rels" ContentType="application/vnd.openxmlformats-package.relationships+xml"/>
  <Override PartName="/ppt/slideLayouts/_rels/slideLayout1.xml.rels" ContentType="application/vnd.openxmlformats-package.relationships+xml"/>
  <Override PartName="/ppt/slides/_rels/slide1.xml.rels" ContentType="application/vnd.openxmlformats-package.relationships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Only slide</a:t>
            </a:r>
          </a:p>
        </p:txBody>
      </p:sp>
    </p:spTree>
  </p:cSld>
  <p:clrMapOvr>
    <a:masterClrMapping/>
  </p:clrMapOvr>
</p:sld>
</file>