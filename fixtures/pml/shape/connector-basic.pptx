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0" y="0"/>
            <a:ext cx="1000000" cy="500000"/>
          </a:xfrm>
          <a:prstGeom prst="line"/>
        </p:spPr>
      </p:cxnSp>
    </p:spTree>
  </p:cSld>
  <p:clrMapOvr>
    <a:masterClrMapping/>
  </p:clrMapOvr>
</p:sld>
</file>