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Layouts/_rels/slideLayout1.xml.rels" ContentType="application/vnd.openxmlformats-package.relationships+xml"/>
  <Override PartName="/ppt/slides/_rels/slide1.xml.rels" ContentType="application/vnd.openxmlformats-package.relationships+xml"/>
  <Override PartName="/_rels/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7" r:id="rId2"/>
  </p:sldMasterIdLst>
  <p:sldIdLst>
    <p:sldId id="256" r:id="rId1"/>
  </p:sldIdLst>
  <p:sldSz cx="9144000" cy="6858000"/>
  <p:notesSz cx="9144000" cy="6858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Master" Target="slideMasters/slideMaster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57200" y="274638"/>
            <a:ext cx="4142800" cy="600000"/>
            <a:chOff x="457200" y="274638"/>
            <a:chExt cx="4142800" cy="600000"/>
          </a:xfrm>
        </p:grpSpPr>
        <p:sp>
          <p:nvSpPr>
            <p:cNvPr id="2" name="Content"/>
            <p:cNvSpPr txBox="1"/>
            <p:nvPr/>
          </p:nvSpPr>
          <p:spPr>
            <a:xfrm>
              <a:off x="457200" y="274638"/>
              <a:ext cx="2000000" cy="600000"/>
            </a:xfrm>
            <a:prstGeom prst="rect"/>
          </p:spPr>
          <p:txBody>
            <a:bodyPr/>
            <a:p>
              <a:r>
                <a:rPr lang="en-US" sz="2400"/>
                <a:t>Shape A</a:t>
              </a:r>
            </a:p>
          </p:txBody>
        </p:sp>
        <p:sp>
          <p:nvSpPr>
            <p:cNvPr id="3" name="Content"/>
            <p:cNvSpPr txBox="1"/>
            <p:nvPr/>
          </p:nvSpPr>
          <p:spPr>
            <a:xfrm>
              <a:off x="2600000" y="274638"/>
              <a:ext cx="2000000" cy="600000"/>
            </a:xfrm>
            <a:prstGeom prst="rect"/>
          </p:spPr>
          <p:txBody>
            <a:bodyPr/>
            <a:p>
              <a:r>
                <a:rPr lang="en-US" sz="2400"/>
                <a:t>Shape B</a:t>
              </a:r>
            </a:p>
          </p:txBody>
        </p:sp>
      </p:grpSp>
    </p:spTree>
  </p:cSld>
  <p:clrMapOvr>
    <a:masterClrMapping/>
  </p:clrMapOvr>
</p:sld>
</file>