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_rels/slideLayout1.xml.rels" ContentType="application/vnd.openxmlformats-package.relationships+xml"/>
  <Override PartName="/ppt/slides/_rels/slide1.xml.rels" ContentType="application/vnd.openxmlformats-package.relationships+xml"/>
  <Override PartName="/_rels/.rels" ContentType="application/vnd.openxmlformats-package.relationships+xml"/>
  <Override PartName="/ppt/slideMasters/_rels/slideMaster1.xml.rels" ContentType="application/vnd.openxmlformats-package.relationships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2"/>
          <p:cNvCxnSpPr/>
          <p:nvPr/>
        </p:nvCxnSpPr>
        <p:spPr>
          <a:xfrm>
            <a:off x="0" y="0"/>
            <a:ext cx="1000000" cy="500000"/>
          </a:xfrm>
          <a:prstGeom prst="line"/>
          <a:ln>
            <a:solidFill>
              <a:srgbClr val="FF0000"/>
            </a:solidFill>
          </a:ln>
        </p:spPr>
      </p:cxnSp>
    </p:spTree>
  </p:cSld>
  <p:clrMapOvr>
    <a:masterClrMapping/>
  </p:clrMapOvr>
</p:sld>
</file>