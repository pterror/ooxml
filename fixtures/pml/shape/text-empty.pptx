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ppt/slideMasters/_rels/slideMaster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/>
            </a:r>
          </a:p>
        </p:txBody>
      </p:sp>
    </p:spTree>
  </p:cSld>
  <p:clrMapOvr>
    <a:masterClrMapping/>
  </p:clrMapOvr>
</p:sld>
</file>