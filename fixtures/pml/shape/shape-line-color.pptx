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_rels/presentation.xml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s/slide1.xml" ContentType="application/vnd.openxmlformats-officedocument.presentationml.slide+xml"/>
  <Override PartName="/_rels/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914400" y="914400"/>
            <a:ext cx="3657600" cy="914400"/>
          </a:xfrm>
          <a:prstGeom prst="rect"/>
          <a:ln w="38100">
            <a:solidFill>
              <a:srgbClr val="FF0000"/>
            </a:solidFill>
          </a:ln>
        </p:spPr>
        <p:txBody>
          <a:bodyPr/>
          <a:p>
            <a:r>
              <a:rPr lang="en-US" sz="2400"/>
              <a:t>Border</a:t>
            </a:r>
          </a:p>
        </p:txBody>
      </p:sp>
    </p:spTree>
  </p:cSld>
  <p:clrMapOvr>
    <a:masterClrMapping/>
  </p:clrMapOvr>
</p:sld>
</file>