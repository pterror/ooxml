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presentation.xml" ContentType="application/vnd.openxmlformats-officedocument.presentationml.presentation.main+xml"/>
  <Override PartName="/ppt/slides/_rels/slide1.xml.rels" ContentType="application/vnd.openxmlformats-package.relationships+xml"/>
  <Override PartName="/ppt/charts/chart1.xml" ContentType="application/vnd.openxmlformats-officedocument.drawingml.chart+xml"/>
  <Override PartName="/ppt/_rels/presentation.xml.rels" ContentType="application/vnd.openxmlformats-package.relationships+xml"/>
  <Override PartName="/_rels/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7" r:id="rId2"/>
  </p:sldMasterIdLst>
  <p:sldIdLst>
    <p:sldId id="256" r:id="rId1"/>
  </p:sldIdLst>
  <p:sldSz cx="9144000" cy="6858000"/>
  <p:notesSz cx="9144000" cy="6858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barChart>
        <c:barDir val="col"/>
        <c:grouping val="clustered"/>
        <c:ser>
          <c:idx val="0"/>
          <c:order val="0"/>
          <c:val>
            <c:numRef>
              <c:f>Sheet1!$A$1:$A$3</c:f>
              <c:numCache>
                <c:formatCode>General</c:formatCode>
                <c:ptCount val="3"/>
                <c:pt idx="0">
                  <c:v>10</c:v>
                </c:pt>
                <c:pt idx="1">
                  <c:v>20</c:v>
                </c:pt>
                <c:pt idx="2">
                  <c:v>30</c:v>
                </c:pt>
              </c:numCache>
            </c:numRef>
          </c:val>
        </c:ser>
      </c:barChart>
    </c:plotArea>
  </c:chart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a:graphic xmlns:a="http://schemas.openxmlformats.org/drawingml/2006/main"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  <p:nvGraphicFramePr>
          <p:cNvPr id="2" name="Chart 2"/>
          <p:cNvGraphicFramePr>
            <a:graphicFrameLocks noGrp="1"/>
          </p:cNvGraphicFramePr>
          <p:nvPr/>
        </p:nvGraphicFramePr>
        <p:xfrm>
          <a:off x="457200" y="274638"/>
          <a:ext cx="8229600" cy="4525963"/>
        </p:xfrm>
      </p:graphicFrame>
    </p:spTree>
  </p:cSld>
  <p:clrMapOvr>
    <a:masterClrMapping/>
  </p:clrMapOvr>
</p:sld>
</file>