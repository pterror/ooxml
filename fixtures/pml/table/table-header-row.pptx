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ppt/slideLayouts/_rels/slideLayout1.xml.rels" ContentType="application/vnd.openxmlformats-package.relationships+xml"/>
  <Override PartName="/ppt/presentation.xml" ContentType="application/vnd.openxmlformats-officedocument.presentationml.presentation.main+xml"/>
  <Override PartName="/ppt/_rels/presentation.xml.rels" ContentType="application/vnd.openxmlformats-package.relationships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slides/_rels/slide1.xml.rels" ContentType="application/vnd.openxmlformats-package.relationships+xml"/>
  <Override PartName="/ppt/slideLayouts/slideLayout1.xml" ContentType="application/vnd.openxmlformats-officedocument.presentationml.slideLayout+xml"/>
  <Override PartName="/_rels/.rels" ContentType="application/vnd.openxmlformats-package.relationship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7" r:id="rId2"/>
  </p:sldMasterIdLst>
  <p:sldIdLst>
    <p:sldId id="256" r:id="rId1"/>
  </p:sldIdLst>
  <p:sldSz cx="9144000" cy="6858000"/>
  <p:notesSz cx="9144000" cy="6858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Master" Target="slideMasters/slideMaster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743200"/>
                <a:gridCol w="2743200"/>
                <a:gridCol w="2743200"/>
              </a:tblGrid>
              <a:tr h="1143000">
                <a:tc>
                  <a:txBody>
                    <a:bodyPr/>
                    <a:lstStyle/>
                    <a:p>
                      <a:r>
                        <a:rPr lang="en-US"/>
                        <a:t>Header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Header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Header 3</a:t>
                      </a:r>
                    </a:p>
                  </a:txBody>
                  <a:tcPr/>
                </a:tc>
              </a:tr>
              <a:tr h="1143000">
                <a:tc>
                  <a:txBody>
                    <a:bodyPr/>
                    <a:lstStyle/>
                    <a:p>
                      <a:r>
                        <a:rPr lang="en-US"/>
                        <a:t>Data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Data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Data C</a:t>
                      </a:r>
                    </a:p>
                  </a:txBody>
                  <a:tcPr/>
                </a:tc>
              </a:tr>
              <a:tr h="1143000">
                <a:tc>
                  <a:txBody>
                    <a:bodyPr/>
                    <a:lstStyle/>
                    <a:p>
                      <a:r>
                        <a:rPr lang="en-US"/>
                        <a:t>Data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Data 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Data F</a:t>
                      </a:r>
                    </a:p>
                  </a:txBody>
                  <a:tcPr/>
                </a:tc>
              </a:tr>
            </a:tbl>
          </a:graphicData>
        </a:graphic>
        <p:nvGraphicFramePr>
          <p:cNvPr id="2" name="Styled Table"/>
          <p:cNvGraphicFramePr>
            <a:graphicFrameLocks noGrp="1"/>
          </p:cNvGraphicFramePr>
          <p:nvPr/>
        </p:nvGraphicFramePr>
        <p:xfrm>
          <a:off x="457200" y="274638"/>
          <a:ext cx="8229600" cy="3429000"/>
        </p:xfrm>
      </p:graphicFrame>
    </p:spTree>
  </p:cSld>
  <p:clrMapOvr>
    <a:masterClrMapping/>
  </p:clrMapOvr>
</p:sld>
</file>