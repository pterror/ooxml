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ppt/presentation.xml" ContentType="application/vnd.openxmlformats-officedocument.presentationml.presentation.main+xml"/>
  <Override PartName="/_rels/.rels" ContentType="application/vnd.openxmlformats-package.relationships+xml"/>
  <Override PartName="/ppt/slides/_rels/slide1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1143000">
                <a:tc>
                  <a:txBody>
                    <a:bodyPr/>
                    <a:lstStyle/>
                    <a:p>
                      <a:r>
                        <a:rPr lang="en-US"/>
                        <a:t>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B1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r>
                        <a:rPr lang="en-US"/>
                        <a:t>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B2</a:t>
                      </a:r>
                    </a:p>
                  </a:txBody>
                  <a:tcPr/>
                </a:tc>
              </a:tr>
            </a:tbl>
          </a:graphicData>
        </a:graphic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274638"/>
          <a:ext cx="8229600" cy="2286000"/>
        </p:xfrm>
      </p:graphicFrame>
    </p:spTree>
  </p:cSld>
  <p:clrMapOvr>
    <a:masterClrMapping/>
  </p:clrMapOvr>
</p:sld>
</file>