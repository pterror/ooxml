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ppt/slides/_rels/slide1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43200"/>
                <a:gridCol w="2743200"/>
                <a:gridCol w="2743200"/>
              </a:tblGrid>
              <a:tr h="1143000">
                <a:tc>
                  <a:txBody>
                    <a:bodyPr/>
                    <a:lstStyle/>
                    <a:p>
                      <a:r>
                        <a:rPr lang="en-US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R1C3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lang="en-US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R2C3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lang="en-US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R3C3</a:t>
                      </a:r>
                    </a:p>
                  </a:txBody>
                  <a:tcPr/>
                </a:tc>
              </a:tr>
            </a:tbl>
          </a:graphicData>
        </a:graphic>
        <p:nvGraphicFramePr>
          <p:cNvPr id="2" name="Table"/>
          <p:cNvGraphicFramePr>
            <a:graphicFrameLocks noGrp="1"/>
          </p:cNvGraphicFramePr>
          <p:nvPr/>
        </p:nvGraphicFramePr>
        <p:xfrm>
          <a:off x="457200" y="274638"/>
          <a:ext cx="8229600" cy="3429000"/>
        </p:xfrm>
      </p:graphicFrame>
    </p:spTree>
  </p:cSld>
  <p:clrMapOvr>
    <a:masterClrMapping/>
  </p:clrMapOvr>
</p:sld>
</file>