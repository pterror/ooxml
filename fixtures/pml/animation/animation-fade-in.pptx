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s/_rels/slide1.xml.rels" ContentType="application/vnd.openxmlformats-package.relationships+xml"/>
  <Override PartName="/ppt/presentation.xml" ContentType="application/vnd.openxmlformats-officedocument.presentationml.presentation.main+xml"/>
  <Override PartName="/_rels/.rels" ContentType="application/vnd.openxmlformats-package.relationships+xml"/>
  <Override PartName="/ppt/slides/slide1.xml" ContentType="application/vnd.openxmlformats-officedocument.presentationml.slide+xml"/>
  <Override PartName="/ppt/slideLayouts/_rels/slideLayout1.xml.rels" ContentType="application/vnd.openxmlformats-package.relationships+xml"/>
  <Override PartName="/ppt/_rels/presentation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Fade In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indefinite"/>
                      </p:stCondLst>
                      <p:childTnLst>
                        <p:par>
                          <p:cTn id="4" presetID="10" presetClass="entr" presetSubtype="0" fill="hold" grpId="0" nodeType="clickEffect" dur="1000">
                            <p:stCondLst>
                              <p:cond evt="begin"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0">
                  <p:tn>
                    <p:tgtEl>
                      <p:sldTgt/>
                    </p:tgtEl>
                  </p:tn>
                </p:cond>
              </p:prevCondLst>
            </p:seq>
          </p:childTnLst>
        </p:cTn>
      </p:par>
    </p:tnLst>
    <p:bldLst>
      <p:bldP spid="2" grpId="0" uiExpand="1" build="p"/>
    </p:bldLst>
  </p:timing>
</p:sld>
</file>