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Appear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indefinite"/>
                      </p:stCondLst>
                      <p:childTnLst>
                        <p:par>
                          <p:cTn id="4" presetID="1" presetClass="entr" presetSubtype="0" fill="hold" grpId="0" nodeType="clickEffect" dur="500">
                            <p:stCondLst>
                              <p:cond evt="begin"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>
      <p:bldP spid="2" grpId="0" uiExpand="1" build="p"/>
    </p:bldLst>
  </p:timing>
</p:sld>
</file>