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_rels/.rels" ContentType="application/vnd.openxmlformats-package.relationships+xml"/>
  <Override PartName="/ppt/slideMasters/slideMaster1.xml" ContentType="application/vnd.openxmlformats-officedocument.presentationml.slideMaster+xml"/>
  <Override PartName="/ppt/slides/_rels/slide1.xml.rels" ContentType="application/vnd.openxmlformats-package.relationships+xml"/>
  <Override PartName="/ppt/slideMasters/_rels/slideMaster1.xml.rels" ContentType="application/vnd.openxmlformats-package.relationships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presentation.xml" ContentType="application/vnd.openxmlformats-officedocument.presentationml.presentation.main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7" r:id="rId2"/>
  </p:sldMasterIdLst>
  <p:sldIdLst>
    <p:sldId id="256" r:id="rId1"/>
  </p:sldIdLst>
  <p:sldSz cx="9144000" cy="6858000"/>
  <p:notesSz cx="9144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"/>
          <p:cNvSpPr txBox="1"/>
          <p:nvPr/>
        </p:nvSpPr>
        <p:spPr>
          <a:xfrm>
            <a:off x="457200" y="274638"/>
            <a:ext cx="8229600" cy="4525963"/>
          </a:xfrm>
          <a:prstGeom prst="rect"/>
        </p:spPr>
        <p:txBody>
          <a:bodyPr/>
          <a:p>
            <a:r>
              <a:rPr lang="en-US" sz="2400"/>
              <a:t>After Previous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evt="onBegin" delay="0"/>
                      </p:stCondLst>
                      <p:childTnLst>
                        <p:par>
                          <p:cTn id="4" presetID="1" presetClass="entr" presetSubtype="0" fill="hold" grpId="0" nodeType="afterEffect" dur="500">
                            <p:stCondLst>
                              <p:cond evt="begin"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Begin" delay="0">
                  <p:tn>
                    <p:tgtEl>
                      <p:sldTgt/>
                    </p:tgtEl>
                  </p:tn>
                </p:cond>
              </p:prevCondLst>
            </p:seq>
          </p:childTnLst>
        </p:cTn>
      </p:par>
    </p:tnLst>
    <p:bldLst>
      <p:bldP spid="2" grpId="0" uiExpand="1" build="p"/>
    </p:bldLst>
  </p:timing>
</p:sld>
</file>