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slideLayouts/_rels/slideLayout1.xml.rels" ContentType="application/vnd.openxmlformats-package.relationships+xml"/>
  <Override PartName="/_rels/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Fly In Left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2" presetClass="entr" presetSubtype="8" fill="hold" grpId="0" nodeType="clickEffect" dur="800">
                            <p:stCondLst>
                              <p:cond evt="begin"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>
      <p:bldP spid="2" grpId="0" uiExpand="1" build="p"/>
    </p:bldLst>
  </p:timing>
</p:sld>
</file>