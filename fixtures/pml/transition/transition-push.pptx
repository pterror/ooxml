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_rels/.rels" ContentType="application/vnd.openxmlformats-package.relationships+xml"/>
  <Override PartName="/ppt/slideLayouts/_rels/slideLayout1.xml.rels" ContentType="application/vnd.openxmlformats-package.relationshi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s/_rels/slide1.xml.rels" ContentType="application/vnd.openxmlformats-package.relationships+xml"/>
  <Override PartName="/ppt/slides/slide1.xml" ContentType="application/vnd.openxmlformats-officedocument.presentationml.slide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_rels/presentation.xml.rels" ContentType="application/vnd.openxmlformats-package.relationships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7" r:id="rId2"/>
  </p:sldMasterIdLst>
  <p:sldIdLst>
    <p:sldId id="256" r:id="rId1"/>
  </p:sldIdLst>
  <p:sldSz cx="9144000" cy="6858000"/>
  <p:notesSz cx="9144000" cy="6858000"/>
</p:presentation>
</file>

<file path=ppt/_rels/presentation.xml.rels><?xml version="1.0" encoding="UTF-8" standalone="yes"?>
<Relationships xmlns="http://schemas.openxmlformats.org/package/2006/relationships">
  <Relationship Id="rId1" Type="http://schemas.openxmlformats.org/officeDocument/2006/relationships/slide" Target="slides/slide1.xml"/>
  <Relationship Id="rId2" Type="http://schemas.openxmlformats.org/officeDocument/2006/relationships/slideMaster" Target="slideMasters/slideMaster1.xml"/>
</Relationships>
</file>

<file path=ppt/slideLayouts/_rels/slideLayout1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Masters/_rels/slideMaster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8" r:id="rId1"/>
  </p:sldLayoutIdLst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"/>
          <p:cNvSpPr txBox="1"/>
          <p:nvPr/>
        </p:nvSpPr>
        <p:spPr>
          <a:xfrm>
            <a:off x="457200" y="274638"/>
            <a:ext cx="8229600" cy="4525963"/>
          </a:xfrm>
          <a:prstGeom prst="rect"/>
        </p:spPr>
        <p:txBody>
          <a:bodyPr/>
          <a:p>
            <a:r>
              <a:rPr lang="en-US" sz="2400"/>
              <a:t>Push transition</a:t>
            </a:r>
          </a:p>
        </p:txBody>
      </p:sp>
    </p:spTree>
  </p:cSld>
  <p:clrMapOvr>
    <a:masterClrMapping/>
  </p:clrMapOvr>
  <p:transition spd="med" advClick="1">
    <p:push/>
  </p:transition>
</p:sld>
</file>