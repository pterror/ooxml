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presentation.xml" ContentType="application/vnd.openxmlformats-officedocument.presentationml.presentation.main+xml"/>
  <Override PartName="/_rels/.rels" ContentType="application/vnd.openxmlformats-package.relationships+xml"/>
  <Override PartName="/ppt/_rels/presentation.xml.rels" ContentType="application/vnd.openxmlformats-package.relationships+xml"/>
  <Override PartName="/ppt/slideMasters/slideMaster2.xml" ContentType="application/vnd.openxmlformats-officedocument.presentationml.slideMaster+xml"/>
  <Override PartName="/ppt/slideMasters/_rels/slideMaster2.xml.rels" ContentType="application/vnd.openxmlformats-package.relationships+xml"/>
  <Override PartName="/ppt/slideLayouts/_rels/slideLayout2.xml.rels" ContentType="application/vnd.openxmlformats-package.relationships+xml"/>
  <Override PartName="/ppt/slides/slide1.xml" ContentType="application/vnd.openxmlformats-officedocument.presentationml.slide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_rels/slideMaster1.xml.rels" ContentType="application/vnd.openxmlformats-package.relationships+xml"/>
  <Override PartName="/ppt/slides/_rels/slide1.xml.rels" ContentType="application/vnd.openxmlformats-package.relationships+xml"/>
  <Override PartName="/ppt/slideMasters/slideMaster1.xml" ContentType="application/vnd.openxmlformats-officedocument.presentationml.slideMaster+xml"/>
  <Override PartName="/ppt/slideLayouts/_rels/slideLayout1.xml.rels" ContentType="application/vnd.openxmlformats-package.relationship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  <Relationship Id="rId3" Type="http://schemas.openxmlformats.org/officeDocument/2006/relationships/slideMaster" Target="slideMasters/slideMaster2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_rels/slideMaster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/>
        </p:spPr>
        <p:txBody>
          <a:bodyPr/>
          <a:p>
            <a:r>
              <a:rPr lang="en-US" sz="4400"/>
              <a:t>Title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25963"/>
          </a:xfrm>
          <a:prstGeom prst="rect"/>
        </p:spPr>
        <p:txBody>
          <a:bodyPr/>
          <a:p>
            <a:r>
              <a:rPr lang="en-US" sz="2400"/>
              <a:t>Content area text</a:t>
            </a:r>
          </a:p>
        </p:txBody>
      </p:sp>
    </p:spTree>
  </p:cSld>
  <p:clrMapOvr>
    <a:masterClrMapping/>
  </p:clrMapOvr>
</p:sld>
</file>