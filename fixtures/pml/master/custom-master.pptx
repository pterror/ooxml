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_rels/slide1.xml.rels" ContentType="application/vnd.openxmlformats-package.relationships+xml"/>
  <Override PartName="/ppt/slideMasters/_rels/slideMaster1.xml.rels" ContentType="application/vnd.openxmlformats-package.relationships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slideMasters/_rels/slideMaster2.xml.rels" ContentType="application/vnd.openxmlformats-package.relationships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_rels/.rels" ContentType="application/vnd.openxmlformats-package.relationships+xml"/>
  <Override PartName="/ppt/slideMasters/slideMaster2.xml" ContentType="application/vnd.openxmlformats-officedocument.presentationml.slideMaster+xml"/>
  <Override PartName="/ppt/presentation.xml" ContentType="application/vnd.openxmlformats-officedocument.presentationml.presentation.main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_rels/slideLayout2.xml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  <Relationship Id="rId3" Type="http://schemas.openxmlformats.org/officeDocument/2006/relationships/slideMaster" Target="slideMasters/slideMaster2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_rels/slideMaster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Custom master slide</a:t>
            </a:r>
          </a:p>
        </p:txBody>
      </p:sp>
    </p:spTree>
  </p:cSld>
  <p:clrMapOvr>
    <a:masterClrMapping/>
  </p:clrMapOvr>
</p:sld>
</file>