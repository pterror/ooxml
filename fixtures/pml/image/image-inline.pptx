
<file path=[Content_Types].xml><?xml version="1.0" encoding="utf-8"?>
<Types xmlns="http://schemas.openxmlformats.org/package/2006/content-types">
  <Default Extension="jpg" ContentType="image/jpeg"/>
  <Default Extension="gif" ContentType="image/gif"/>
  <Default Extension="png" ContentType="image/png"/>
  <Default Extension="xml" ContentType="application/xml"/>
  <Default Extension="jpeg" ContentType="image/jpeg"/>
  <Default Extension="rels" ContentType="application/vnd.openxmlformats-package.relationships+xml"/>
  <Override PartName="/ppt/media/image1.png" ContentType="image/png"/>
  <Override PartName="/ppt/slideLayouts/_rels/slideLayout1.xml.rels" ContentType="application/vnd.openxmlformats-package.relationships+xml"/>
  <Override PartName="/ppt/slides/_rels/slide1.xml.rels" ContentType="application/vnd.openxmlformats-package.relationships+xml"/>
  <Override PartName="/ppt/_rels/presentation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_rels/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638"/>
            <a:ext cx="914400" cy="914400"/>
          </a:xfrm>
          <a:prstGeom prst="rect"/>
        </p:spPr>
      </p:pic>
    </p:spTree>
  </p:cSld>
  <p:clrMapOvr>
    <a:masterClrMapping/>
  </p:clrMapOvr>
</p:sld>
</file>