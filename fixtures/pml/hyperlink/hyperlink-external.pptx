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Layouts/_rels/slideLayout1.xml.rels" ContentType="application/vnd.openxmlformats-package.relationships+xml"/>
  <Override PartName="/ppt/slideMasters/slideMaster1.xml" ContentType="application/vnd.openxmlformats-officedocument.presentationml.slideMaster+xml"/>
  <Override PartName="/ppt/slides/_rels/slide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slideMasters/_rels/slideMaster1.xml.rels" ContentType="application/vnd.openxmlformats-package.relationships+xml"/>
  <Override PartName="/_rels/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hyperlink" Target="https://example.com" TargetMode="Externa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4000000" cy="600000"/>
          </a:xfrm>
          <a:prstGeom prst="rect"/>
        </p:spPr>
        <p:txBody>
          <a:bodyPr/>
          <a:p>
            <a:r>
              <a:rPr lang="en-US" sz="2400">
                <a:hlinkClick r:id="rId2"/>
              </a:rPr>
              <a:t>Click here</a:t>
            </a:r>
          </a:p>
        </p:txBody>
      </p:sp>
    </p:spTree>
  </p:cSld>
  <p:clrMapOvr>
    <a:masterClrMapping/>
  </p:clrMapOvr>
</p:sld>
</file>