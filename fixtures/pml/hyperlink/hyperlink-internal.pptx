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3"/>
  </p:sldMasterIdLst>
  <p:sldIdLst>
    <p:sldId id="256" r:id="rId1"/>
    <p:sldId id="257" r:id="rId2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Slide 1 — has hyperlink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Slide 2 — target</a:t>
            </a:r>
          </a:p>
        </p:txBody>
      </p:sp>
    </p:spTree>
  </p:cSld>
  <p:clrMapOvr>
    <a:masterClrMapping/>
  </p:clrMapOvr>
</p:sld>
</file>